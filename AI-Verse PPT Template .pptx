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0287000" cy="5384800"/>
  <p:notesSz cx="6858000" cy="9144000"/>
  <p:embeddedFontLst>
    <p:embeddedFont>
      <p:font typeface="League Spartan" charset="1" panose="00000800000000000000"/>
      <p:regular r:id="rId15"/>
    </p:embeddedFont>
    <p:embeddedFont>
      <p:font typeface="Montserrat" charset="1" panose="00000500000000000000"/>
      <p:regular r:id="rId16"/>
    </p:embeddedFont>
    <p:embeddedFont>
      <p:font typeface="Garet" charset="1" panose="00000000000000000000"/>
      <p:regular r:id="rId17"/>
    </p:embeddedFont>
    <p:embeddedFont>
      <p:font typeface="Montserrat Bold" charset="1" panose="00000800000000000000"/>
      <p:regular r:id="rId18"/>
    </p:embeddedFont>
    <p:embeddedFont>
      <p:font typeface="Garet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927473"/>
            <a:ext cx="10287000" cy="463677"/>
            <a:chOff x="0" y="0"/>
            <a:chExt cx="5169753" cy="2330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69753" cy="233022"/>
            </a:xfrm>
            <a:custGeom>
              <a:avLst/>
              <a:gdLst/>
              <a:ahLst/>
              <a:cxnLst/>
              <a:rect r="r" b="b" t="t" l="l"/>
              <a:pathLst>
                <a:path h="233022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233022"/>
                  </a:lnTo>
                  <a:lnTo>
                    <a:pt x="0" y="2330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169753" cy="25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0287000" cy="2539588"/>
            <a:chOff x="0" y="0"/>
            <a:chExt cx="5169753" cy="12762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69753" cy="1276275"/>
            </a:xfrm>
            <a:custGeom>
              <a:avLst/>
              <a:gdLst/>
              <a:ahLst/>
              <a:cxnLst/>
              <a:rect r="r" b="b" t="t" l="l"/>
              <a:pathLst>
                <a:path h="1276275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1276275"/>
                  </a:lnTo>
                  <a:lnTo>
                    <a:pt x="0" y="12762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169753" cy="1295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00468" y="200532"/>
            <a:ext cx="956040" cy="343825"/>
            <a:chOff x="0" y="0"/>
            <a:chExt cx="1274720" cy="4584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75415" y="26673"/>
              <a:ext cx="899305" cy="431760"/>
            </a:xfrm>
            <a:custGeom>
              <a:avLst/>
              <a:gdLst/>
              <a:ahLst/>
              <a:cxnLst/>
              <a:rect r="r" b="b" t="t" l="l"/>
              <a:pathLst>
                <a:path h="431760" w="899305">
                  <a:moveTo>
                    <a:pt x="0" y="0"/>
                  </a:moveTo>
                  <a:lnTo>
                    <a:pt x="899305" y="0"/>
                  </a:lnTo>
                  <a:lnTo>
                    <a:pt x="899305" y="431760"/>
                  </a:lnTo>
                  <a:lnTo>
                    <a:pt x="0" y="43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914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5934" cy="431760"/>
            </a:xfrm>
            <a:custGeom>
              <a:avLst/>
              <a:gdLst/>
              <a:ahLst/>
              <a:cxnLst/>
              <a:rect r="r" b="b" t="t" l="l"/>
              <a:pathLst>
                <a:path h="431760" w="385934">
                  <a:moveTo>
                    <a:pt x="0" y="0"/>
                  </a:moveTo>
                  <a:lnTo>
                    <a:pt x="385934" y="0"/>
                  </a:lnTo>
                  <a:lnTo>
                    <a:pt x="385934" y="431760"/>
                  </a:lnTo>
                  <a:lnTo>
                    <a:pt x="0" y="43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3302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05679" y="196940"/>
            <a:ext cx="1550158" cy="351008"/>
          </a:xfrm>
          <a:custGeom>
            <a:avLst/>
            <a:gdLst/>
            <a:ahLst/>
            <a:cxnLst/>
            <a:rect r="r" b="b" t="t" l="l"/>
            <a:pathLst>
              <a:path h="351008" w="1550158">
                <a:moveTo>
                  <a:pt x="0" y="0"/>
                </a:moveTo>
                <a:lnTo>
                  <a:pt x="1550158" y="0"/>
                </a:lnTo>
                <a:lnTo>
                  <a:pt x="1550158" y="351008"/>
                </a:lnTo>
                <a:lnTo>
                  <a:pt x="0" y="35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0203" r="0" b="-3555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680076" y="139934"/>
            <a:ext cx="721155" cy="471903"/>
          </a:xfrm>
          <a:custGeom>
            <a:avLst/>
            <a:gdLst/>
            <a:ahLst/>
            <a:cxnLst/>
            <a:rect r="r" b="b" t="t" l="l"/>
            <a:pathLst>
              <a:path h="471903" w="721155">
                <a:moveTo>
                  <a:pt x="0" y="0"/>
                </a:moveTo>
                <a:lnTo>
                  <a:pt x="721155" y="0"/>
                </a:lnTo>
                <a:lnTo>
                  <a:pt x="721155" y="471903"/>
                </a:lnTo>
                <a:lnTo>
                  <a:pt x="0" y="47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481" r="0" b="-3433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031651" y="243629"/>
            <a:ext cx="1117453" cy="285865"/>
          </a:xfrm>
          <a:custGeom>
            <a:avLst/>
            <a:gdLst/>
            <a:ahLst/>
            <a:cxnLst/>
            <a:rect r="r" b="b" t="t" l="l"/>
            <a:pathLst>
              <a:path h="285865" w="1117453">
                <a:moveTo>
                  <a:pt x="0" y="0"/>
                </a:moveTo>
                <a:lnTo>
                  <a:pt x="1117453" y="0"/>
                </a:lnTo>
                <a:lnTo>
                  <a:pt x="1117453" y="285865"/>
                </a:lnTo>
                <a:lnTo>
                  <a:pt x="0" y="285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385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343143" y="203822"/>
            <a:ext cx="1101202" cy="344126"/>
          </a:xfrm>
          <a:custGeom>
            <a:avLst/>
            <a:gdLst/>
            <a:ahLst/>
            <a:cxnLst/>
            <a:rect r="r" b="b" t="t" l="l"/>
            <a:pathLst>
              <a:path h="344126" w="1101202">
                <a:moveTo>
                  <a:pt x="0" y="0"/>
                </a:moveTo>
                <a:lnTo>
                  <a:pt x="1101202" y="0"/>
                </a:lnTo>
                <a:lnTo>
                  <a:pt x="1101202" y="344126"/>
                </a:lnTo>
                <a:lnTo>
                  <a:pt x="0" y="3441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736410" y="210678"/>
            <a:ext cx="1356360" cy="289549"/>
            <a:chOff x="0" y="0"/>
            <a:chExt cx="1808480" cy="3860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371321" y="0"/>
              <a:ext cx="437159" cy="386065"/>
            </a:xfrm>
            <a:custGeom>
              <a:avLst/>
              <a:gdLst/>
              <a:ahLst/>
              <a:cxnLst/>
              <a:rect r="r" b="b" t="t" l="l"/>
              <a:pathLst>
                <a:path h="386065" w="437159">
                  <a:moveTo>
                    <a:pt x="0" y="0"/>
                  </a:moveTo>
                  <a:lnTo>
                    <a:pt x="437159" y="0"/>
                  </a:lnTo>
                  <a:lnTo>
                    <a:pt x="437159" y="386065"/>
                  </a:lnTo>
                  <a:lnTo>
                    <a:pt x="0" y="386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1043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111175"/>
              <a:ext cx="1400755" cy="168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099"/>
                </a:lnSpc>
                <a:spcBef>
                  <a:spcPct val="0"/>
                </a:spcBef>
              </a:pPr>
              <a:r>
                <a:rPr lang="en-US" sz="78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IETE Student Forum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18941" y="276210"/>
              <a:ext cx="1227269" cy="10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607"/>
                </a:lnSpc>
                <a:spcBef>
                  <a:spcPct val="0"/>
                </a:spcBef>
              </a:pPr>
              <a:r>
                <a:rPr lang="en-US" sz="433">
                  <a:solidFill>
                    <a:srgbClr val="FF914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Amrita Vishwa Vidyapeetham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35177" y="834078"/>
            <a:ext cx="1671851" cy="1671851"/>
          </a:xfrm>
          <a:custGeom>
            <a:avLst/>
            <a:gdLst/>
            <a:ahLst/>
            <a:cxnLst/>
            <a:rect r="r" b="b" t="t" l="l"/>
            <a:pathLst>
              <a:path h="1671851" w="1671851">
                <a:moveTo>
                  <a:pt x="0" y="0"/>
                </a:moveTo>
                <a:lnTo>
                  <a:pt x="1671851" y="0"/>
                </a:lnTo>
                <a:lnTo>
                  <a:pt x="1671851" y="1671851"/>
                </a:lnTo>
                <a:lnTo>
                  <a:pt x="0" y="16718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96179" y="834078"/>
            <a:ext cx="4418411" cy="1548871"/>
          </a:xfrm>
          <a:custGeom>
            <a:avLst/>
            <a:gdLst/>
            <a:ahLst/>
            <a:cxnLst/>
            <a:rect r="r" b="b" t="t" l="l"/>
            <a:pathLst>
              <a:path h="1548871" w="4418411">
                <a:moveTo>
                  <a:pt x="0" y="0"/>
                </a:moveTo>
                <a:lnTo>
                  <a:pt x="4418411" y="0"/>
                </a:lnTo>
                <a:lnTo>
                  <a:pt x="4418411" y="1548870"/>
                </a:lnTo>
                <a:lnTo>
                  <a:pt x="0" y="15488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164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39115" y="3490309"/>
            <a:ext cx="2874400" cy="37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214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Leader Name :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9115" y="3016074"/>
            <a:ext cx="1862937" cy="37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214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Name :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9115" y="3964103"/>
            <a:ext cx="937595" cy="37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214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Track</a:t>
            </a:r>
            <a:r>
              <a:rPr lang="en-US" sz="214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04014"/>
            <a:ext cx="10287000" cy="387136"/>
            <a:chOff x="0" y="0"/>
            <a:chExt cx="5169753" cy="194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69753" cy="194556"/>
            </a:xfrm>
            <a:custGeom>
              <a:avLst/>
              <a:gdLst/>
              <a:ahLst/>
              <a:cxnLst/>
              <a:rect r="r" b="b" t="t" l="l"/>
              <a:pathLst>
                <a:path h="194556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14327"/>
            <a:ext cx="10287000" cy="651243"/>
            <a:chOff x="0" y="0"/>
            <a:chExt cx="5169753" cy="3272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69753" cy="327283"/>
            </a:xfrm>
            <a:custGeom>
              <a:avLst/>
              <a:gdLst/>
              <a:ahLst/>
              <a:cxnLst/>
              <a:rect r="r" b="b" t="t" l="l"/>
              <a:pathLst>
                <a:path h="327283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03074" y="-14327"/>
            <a:ext cx="2480852" cy="651243"/>
            <a:chOff x="0" y="0"/>
            <a:chExt cx="3307803" cy="8683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4159" cy="868323"/>
            </a:xfrm>
            <a:custGeom>
              <a:avLst/>
              <a:gdLst/>
              <a:ahLst/>
              <a:cxnLst/>
              <a:rect r="r" b="b" t="t" l="l"/>
              <a:pathLst>
                <a:path h="868323" w="794159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933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5759" y="0"/>
              <a:ext cx="2412045" cy="849221"/>
            </a:xfrm>
            <a:custGeom>
              <a:avLst/>
              <a:gdLst/>
              <a:ahLst/>
              <a:cxnLst/>
              <a:rect r="r" b="b" t="t" l="l"/>
              <a:pathLst>
                <a:path h="849221" w="2412045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39115" y="973283"/>
            <a:ext cx="2940063" cy="39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03"/>
              </a:lnSpc>
            </a:pPr>
            <a:r>
              <a:rPr lang="en-US" sz="22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Brief about the Idea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04014"/>
            <a:ext cx="10287000" cy="387136"/>
            <a:chOff x="0" y="0"/>
            <a:chExt cx="5169753" cy="194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69753" cy="194556"/>
            </a:xfrm>
            <a:custGeom>
              <a:avLst/>
              <a:gdLst/>
              <a:ahLst/>
              <a:cxnLst/>
              <a:rect r="r" b="b" t="t" l="l"/>
              <a:pathLst>
                <a:path h="194556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14327"/>
            <a:ext cx="10287000" cy="651243"/>
            <a:chOff x="0" y="0"/>
            <a:chExt cx="5169753" cy="3272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69753" cy="327283"/>
            </a:xfrm>
            <a:custGeom>
              <a:avLst/>
              <a:gdLst/>
              <a:ahLst/>
              <a:cxnLst/>
              <a:rect r="r" b="b" t="t" l="l"/>
              <a:pathLst>
                <a:path h="327283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03074" y="-14327"/>
            <a:ext cx="2480852" cy="651243"/>
            <a:chOff x="0" y="0"/>
            <a:chExt cx="3307803" cy="8683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4159" cy="868323"/>
            </a:xfrm>
            <a:custGeom>
              <a:avLst/>
              <a:gdLst/>
              <a:ahLst/>
              <a:cxnLst/>
              <a:rect r="r" b="b" t="t" l="l"/>
              <a:pathLst>
                <a:path h="868323" w="794159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933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5759" y="0"/>
              <a:ext cx="2412045" cy="849221"/>
            </a:xfrm>
            <a:custGeom>
              <a:avLst/>
              <a:gdLst/>
              <a:ahLst/>
              <a:cxnLst/>
              <a:rect r="r" b="b" t="t" l="l"/>
              <a:pathLst>
                <a:path h="849221" w="2412045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39115" y="973283"/>
            <a:ext cx="8569054" cy="160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03"/>
              </a:lnSpc>
            </a:pPr>
            <a:r>
              <a:rPr lang="en-US" sz="22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Opportunity</a:t>
            </a:r>
          </a:p>
          <a:p>
            <a:pPr algn="just" marL="494008" indent="-247004" lvl="1">
              <a:lnSpc>
                <a:spcPts val="3203"/>
              </a:lnSpc>
              <a:buFont typeface="Arial"/>
              <a:buChar char="•"/>
            </a:pPr>
            <a:r>
              <a:rPr lang="en-US" sz="22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How different is it from any of the other existing ideas?</a:t>
            </a:r>
          </a:p>
          <a:p>
            <a:pPr algn="just" marL="494008" indent="-247004" lvl="1">
              <a:lnSpc>
                <a:spcPts val="3203"/>
              </a:lnSpc>
              <a:buFont typeface="Arial"/>
              <a:buChar char="•"/>
            </a:pPr>
            <a:r>
              <a:rPr lang="en-US" sz="22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</a:t>
            </a:r>
            <a:r>
              <a:rPr lang="en-US" sz="22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ow will it be able to solve the problem ?</a:t>
            </a:r>
          </a:p>
          <a:p>
            <a:pPr algn="just" marL="494008" indent="-247004" lvl="1">
              <a:lnSpc>
                <a:spcPts val="3203"/>
              </a:lnSpc>
              <a:buFont typeface="Arial"/>
              <a:buChar char="•"/>
            </a:pPr>
            <a:r>
              <a:rPr lang="en-US" sz="22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USP of the proposed solution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04014"/>
            <a:ext cx="10287000" cy="387136"/>
            <a:chOff x="0" y="0"/>
            <a:chExt cx="5169753" cy="194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69753" cy="194556"/>
            </a:xfrm>
            <a:custGeom>
              <a:avLst/>
              <a:gdLst/>
              <a:ahLst/>
              <a:cxnLst/>
              <a:rect r="r" b="b" t="t" l="l"/>
              <a:pathLst>
                <a:path h="194556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14327"/>
            <a:ext cx="10287000" cy="651243"/>
            <a:chOff x="0" y="0"/>
            <a:chExt cx="5169753" cy="3272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69753" cy="327283"/>
            </a:xfrm>
            <a:custGeom>
              <a:avLst/>
              <a:gdLst/>
              <a:ahLst/>
              <a:cxnLst/>
              <a:rect r="r" b="b" t="t" l="l"/>
              <a:pathLst>
                <a:path h="327283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03074" y="-14327"/>
            <a:ext cx="2480852" cy="651243"/>
            <a:chOff x="0" y="0"/>
            <a:chExt cx="3307803" cy="8683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4159" cy="868323"/>
            </a:xfrm>
            <a:custGeom>
              <a:avLst/>
              <a:gdLst/>
              <a:ahLst/>
              <a:cxnLst/>
              <a:rect r="r" b="b" t="t" l="l"/>
              <a:pathLst>
                <a:path h="868323" w="794159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933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5759" y="0"/>
              <a:ext cx="2412045" cy="849221"/>
            </a:xfrm>
            <a:custGeom>
              <a:avLst/>
              <a:gdLst/>
              <a:ahLst/>
              <a:cxnLst/>
              <a:rect r="r" b="b" t="t" l="l"/>
              <a:pathLst>
                <a:path h="849221" w="2412045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39115" y="973283"/>
            <a:ext cx="5633124" cy="39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03"/>
              </a:lnSpc>
            </a:pPr>
            <a:r>
              <a:rPr lang="en-US" sz="22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List of features offered by the solution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04014"/>
            <a:ext cx="10287000" cy="387136"/>
            <a:chOff x="0" y="0"/>
            <a:chExt cx="5169753" cy="194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69753" cy="194556"/>
            </a:xfrm>
            <a:custGeom>
              <a:avLst/>
              <a:gdLst/>
              <a:ahLst/>
              <a:cxnLst/>
              <a:rect r="r" b="b" t="t" l="l"/>
              <a:pathLst>
                <a:path h="194556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14327"/>
            <a:ext cx="10287000" cy="651243"/>
            <a:chOff x="0" y="0"/>
            <a:chExt cx="5169753" cy="3272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69753" cy="327283"/>
            </a:xfrm>
            <a:custGeom>
              <a:avLst/>
              <a:gdLst/>
              <a:ahLst/>
              <a:cxnLst/>
              <a:rect r="r" b="b" t="t" l="l"/>
              <a:pathLst>
                <a:path h="327283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03074" y="-14327"/>
            <a:ext cx="2480852" cy="651243"/>
            <a:chOff x="0" y="0"/>
            <a:chExt cx="3307803" cy="8683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4159" cy="868323"/>
            </a:xfrm>
            <a:custGeom>
              <a:avLst/>
              <a:gdLst/>
              <a:ahLst/>
              <a:cxnLst/>
              <a:rect r="r" b="b" t="t" l="l"/>
              <a:pathLst>
                <a:path h="868323" w="794159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933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5759" y="0"/>
              <a:ext cx="2412045" cy="849221"/>
            </a:xfrm>
            <a:custGeom>
              <a:avLst/>
              <a:gdLst/>
              <a:ahLst/>
              <a:cxnLst/>
              <a:rect r="r" b="b" t="t" l="l"/>
              <a:pathLst>
                <a:path h="849221" w="2412045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39115" y="973283"/>
            <a:ext cx="6296302" cy="79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03"/>
              </a:lnSpc>
            </a:pPr>
            <a:r>
              <a:rPr lang="en-US" sz="22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Process flow diagram or use-case diagram</a:t>
            </a:r>
          </a:p>
          <a:p>
            <a:pPr algn="just">
              <a:lnSpc>
                <a:spcPts val="320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04014"/>
            <a:ext cx="10287000" cy="387136"/>
            <a:chOff x="0" y="0"/>
            <a:chExt cx="5169753" cy="194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69753" cy="194556"/>
            </a:xfrm>
            <a:custGeom>
              <a:avLst/>
              <a:gdLst/>
              <a:ahLst/>
              <a:cxnLst/>
              <a:rect r="r" b="b" t="t" l="l"/>
              <a:pathLst>
                <a:path h="194556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14327"/>
            <a:ext cx="10287000" cy="651243"/>
            <a:chOff x="0" y="0"/>
            <a:chExt cx="5169753" cy="3272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69753" cy="327283"/>
            </a:xfrm>
            <a:custGeom>
              <a:avLst/>
              <a:gdLst/>
              <a:ahLst/>
              <a:cxnLst/>
              <a:rect r="r" b="b" t="t" l="l"/>
              <a:pathLst>
                <a:path h="327283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03074" y="-14327"/>
            <a:ext cx="2480852" cy="651243"/>
            <a:chOff x="0" y="0"/>
            <a:chExt cx="3307803" cy="8683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4159" cy="868323"/>
            </a:xfrm>
            <a:custGeom>
              <a:avLst/>
              <a:gdLst/>
              <a:ahLst/>
              <a:cxnLst/>
              <a:rect r="r" b="b" t="t" l="l"/>
              <a:pathLst>
                <a:path h="868323" w="794159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933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5759" y="0"/>
              <a:ext cx="2412045" cy="849221"/>
            </a:xfrm>
            <a:custGeom>
              <a:avLst/>
              <a:gdLst/>
              <a:ahLst/>
              <a:cxnLst/>
              <a:rect r="r" b="b" t="t" l="l"/>
              <a:pathLst>
                <a:path h="849221" w="2412045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39115" y="973283"/>
            <a:ext cx="6472009" cy="78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22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AI Technologies to be used in the solution (or required Hardwares)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04014"/>
            <a:ext cx="10287000" cy="387136"/>
            <a:chOff x="0" y="0"/>
            <a:chExt cx="5169753" cy="194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69753" cy="194556"/>
            </a:xfrm>
            <a:custGeom>
              <a:avLst/>
              <a:gdLst/>
              <a:ahLst/>
              <a:cxnLst/>
              <a:rect r="r" b="b" t="t" l="l"/>
              <a:pathLst>
                <a:path h="194556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14327"/>
            <a:ext cx="10287000" cy="651243"/>
            <a:chOff x="0" y="0"/>
            <a:chExt cx="5169753" cy="3272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69753" cy="327283"/>
            </a:xfrm>
            <a:custGeom>
              <a:avLst/>
              <a:gdLst/>
              <a:ahLst/>
              <a:cxnLst/>
              <a:rect r="r" b="b" t="t" l="l"/>
              <a:pathLst>
                <a:path h="327283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03074" y="-14327"/>
            <a:ext cx="2480852" cy="651243"/>
            <a:chOff x="0" y="0"/>
            <a:chExt cx="3307803" cy="8683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4159" cy="868323"/>
            </a:xfrm>
            <a:custGeom>
              <a:avLst/>
              <a:gdLst/>
              <a:ahLst/>
              <a:cxnLst/>
              <a:rect r="r" b="b" t="t" l="l"/>
              <a:pathLst>
                <a:path h="868323" w="794159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933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5759" y="0"/>
              <a:ext cx="2412045" cy="849221"/>
            </a:xfrm>
            <a:custGeom>
              <a:avLst/>
              <a:gdLst/>
              <a:ahLst/>
              <a:cxnLst/>
              <a:rect r="r" b="b" t="t" l="l"/>
              <a:pathLst>
                <a:path h="849221" w="2412045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39115" y="973283"/>
            <a:ext cx="8301178" cy="78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22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Architecture diagram of the proposed solution</a:t>
            </a:r>
          </a:p>
          <a:p>
            <a:pPr algn="l">
              <a:lnSpc>
                <a:spcPts val="320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04014"/>
            <a:ext cx="10287000" cy="387136"/>
            <a:chOff x="0" y="0"/>
            <a:chExt cx="5169753" cy="194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69753" cy="194556"/>
            </a:xfrm>
            <a:custGeom>
              <a:avLst/>
              <a:gdLst/>
              <a:ahLst/>
              <a:cxnLst/>
              <a:rect r="r" b="b" t="t" l="l"/>
              <a:pathLst>
                <a:path h="194556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14327"/>
            <a:ext cx="10287000" cy="651243"/>
            <a:chOff x="0" y="0"/>
            <a:chExt cx="5169753" cy="3272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69753" cy="327283"/>
            </a:xfrm>
            <a:custGeom>
              <a:avLst/>
              <a:gdLst/>
              <a:ahLst/>
              <a:cxnLst/>
              <a:rect r="r" b="b" t="t" l="l"/>
              <a:pathLst>
                <a:path h="327283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03074" y="-14327"/>
            <a:ext cx="2480852" cy="651243"/>
            <a:chOff x="0" y="0"/>
            <a:chExt cx="3307803" cy="8683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4159" cy="868323"/>
            </a:xfrm>
            <a:custGeom>
              <a:avLst/>
              <a:gdLst/>
              <a:ahLst/>
              <a:cxnLst/>
              <a:rect r="r" b="b" t="t" l="l"/>
              <a:pathLst>
                <a:path h="868323" w="794159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933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5759" y="0"/>
              <a:ext cx="2412045" cy="849221"/>
            </a:xfrm>
            <a:custGeom>
              <a:avLst/>
              <a:gdLst/>
              <a:ahLst/>
              <a:cxnLst/>
              <a:rect r="r" b="b" t="t" l="l"/>
              <a:pathLst>
                <a:path h="849221" w="2412045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39115" y="973283"/>
            <a:ext cx="8301178" cy="38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228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Mock Frames (optional)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769124"/>
            <a:ext cx="10287000" cy="622026"/>
            <a:chOff x="0" y="0"/>
            <a:chExt cx="5169753" cy="312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69753" cy="312600"/>
            </a:xfrm>
            <a:custGeom>
              <a:avLst/>
              <a:gdLst/>
              <a:ahLst/>
              <a:cxnLst/>
              <a:rect r="r" b="b" t="t" l="l"/>
              <a:pathLst>
                <a:path h="312600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312600"/>
                  </a:lnTo>
                  <a:lnTo>
                    <a:pt x="0" y="3126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169753" cy="33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7256" y="1886850"/>
            <a:ext cx="10039850" cy="114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7"/>
              </a:lnSpc>
            </a:pPr>
            <a:r>
              <a:rPr lang="en-US" sz="1152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</a:t>
            </a:r>
            <a:r>
              <a:rPr lang="en-US" sz="1152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24721" y="3259463"/>
            <a:ext cx="2837557" cy="63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6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Team Name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9991" y="3790445"/>
            <a:ext cx="1147018" cy="52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2"/>
              </a:lnSpc>
            </a:pPr>
            <a:r>
              <a:rPr lang="en-US" sz="3094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Track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-14327"/>
            <a:ext cx="10287000" cy="1291577"/>
            <a:chOff x="0" y="0"/>
            <a:chExt cx="5169753" cy="6490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69753" cy="649085"/>
            </a:xfrm>
            <a:custGeom>
              <a:avLst/>
              <a:gdLst/>
              <a:ahLst/>
              <a:cxnLst/>
              <a:rect r="r" b="b" t="t" l="l"/>
              <a:pathLst>
                <a:path h="649085" w="5169753">
                  <a:moveTo>
                    <a:pt x="0" y="0"/>
                  </a:moveTo>
                  <a:lnTo>
                    <a:pt x="5169753" y="0"/>
                  </a:lnTo>
                  <a:lnTo>
                    <a:pt x="5169753" y="649085"/>
                  </a:lnTo>
                  <a:lnTo>
                    <a:pt x="0" y="649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169753" cy="668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542524" y="191852"/>
            <a:ext cx="3349313" cy="879220"/>
            <a:chOff x="0" y="0"/>
            <a:chExt cx="4465751" cy="11722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2166" cy="1172293"/>
            </a:xfrm>
            <a:custGeom>
              <a:avLst/>
              <a:gdLst/>
              <a:ahLst/>
              <a:cxnLst/>
              <a:rect r="r" b="b" t="t" l="l"/>
              <a:pathLst>
                <a:path h="1172293" w="1072166">
                  <a:moveTo>
                    <a:pt x="0" y="0"/>
                  </a:moveTo>
                  <a:lnTo>
                    <a:pt x="1072166" y="0"/>
                  </a:lnTo>
                  <a:lnTo>
                    <a:pt x="1072166" y="1172293"/>
                  </a:lnTo>
                  <a:lnTo>
                    <a:pt x="0" y="1172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9338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09333" y="0"/>
              <a:ext cx="3256418" cy="1146504"/>
            </a:xfrm>
            <a:custGeom>
              <a:avLst/>
              <a:gdLst/>
              <a:ahLst/>
              <a:cxnLst/>
              <a:rect r="r" b="b" t="t" l="l"/>
              <a:pathLst>
                <a:path h="1146504" w="3256418">
                  <a:moveTo>
                    <a:pt x="0" y="0"/>
                  </a:moveTo>
                  <a:lnTo>
                    <a:pt x="3256418" y="0"/>
                  </a:lnTo>
                  <a:lnTo>
                    <a:pt x="3256418" y="1146504"/>
                  </a:lnTo>
                  <a:lnTo>
                    <a:pt x="0" y="1146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DAG79ArSZVM</dc:identifier>
  <dcterms:modified xsi:type="dcterms:W3CDTF">2011-08-01T06:04:30Z</dcterms:modified>
  <cp:revision>1</cp:revision>
  <dc:title>AI-Verse PPT Template</dc:title>
</cp:coreProperties>
</file>